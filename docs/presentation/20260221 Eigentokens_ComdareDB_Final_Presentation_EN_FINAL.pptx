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2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25"/>
    <p:sldId id="275" r:id="rId26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3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pptx_old_unz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2552"/>
            <a:ext cx="1325880" cy="637896"/>
          </a:xfrm>
          <a:prstGeom prst="rect">
            <a:avLst/>
          </a:prstGeom>
        </p:spPr>
      </p:pic>
      <p:pic>
        <p:nvPicPr>
          <p:cNvPr id="4" name="Image 1" descr="/mnt/data/pptx_old_unz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5787"/>
            <a:ext cx="1325880" cy="58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ComdareDB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 + deterministic compilation of domain LLMs (interim update)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Core message: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2E4B"/>
                </a:solidFill>
              </a:rPr>
              <a:t>Treat storage as a grammar. Then compile models deterministically from the same grammar cookbook.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40080" y="3794760"/>
            <a:ext cx="10972800" cy="23317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914400" y="39776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4"/>
                </a:solidFill>
              </a:rPr>
              <a:t>Profile Project (TU Dresden) – Status: Feb 2026
</a:t>
            </a:r>
            <a:pPr indent="0" marL="0">
              <a:buNone/>
            </a:pPr>
            <a:r>
              <a:rPr lang="en-US" sz="1600" dirty="0">
                <a:solidFill>
                  <a:srgbClr val="0F1A24"/>
                </a:solidFill>
              </a:rPr>
              <a:t>Benjamin-Elias Probst | Supervisor: Prof. Dr. Michael Färber (SCaDS.AI)
</a:t>
            </a:r>
            <a:pPr indent="0" marL="0">
              <a:buNone/>
            </a:pPr>
            <a:r>
              <a:rPr lang="en-US" sz="1600" dirty="0">
                <a:solidFill>
                  <a:srgbClr val="0F1A24"/>
                </a:solidFill>
              </a:rPr>
              <a:t>Focus: grammatical chunking, range-seekable reconstruction, compile path to ELM/CELM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What we cover in 30 minutes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Part A — Core idea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Motivation: why chunk-based dedup + LLM training are mismatched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Eigentokens: token = data + interpreter program + refs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Grammar cookbook as the shared substrate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Part B — Architecture &amp;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Grammatical chunking strategies (CDC seeding → grammar induction)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Range-seekable storage &amp; B+ forest index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Compile path: grammar → deterministic ELM/CELM artifacts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Status, risks,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Key terms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Key terms: a 60-second glossary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>
            <a:pPr>
              <a:defRPr sz="1600"/>
            </a:pPr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Definitions (one-liners)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None/>
            </a:pPr>
            <a:r>
              <a:rPr sz="1300"/>
              <a:t>• Eigentoken — Content-addressed unit ⟨id, P, D, R⟩ (id = SHA-512), with program P and dependencies R.</a:t>
            </a:r>
            <a:endParaRPr lang="en-US" sz="1300" dirty="0"/>
          </a:p>
          <a:p>
            <a:pPr>
              <a:buNone/>
            </a:pPr>
            <a:r>
              <a:rPr sz="1300"/>
              <a:t>• Grammar induction — Learns reusable productions from repeated byte/sequence patterns (cross-object).</a:t>
            </a:r>
          </a:p>
          <a:p>
            <a:pPr>
              <a:buNone/>
            </a:pPr>
            <a:r>
              <a:rPr sz="1300"/>
              <a:t>• Grammar cookbook — Persisted set of productions used to reconstruct data and to compile model components.</a:t>
            </a:r>
          </a:p>
          <a:p>
            <a:pPr>
              <a:buNone/>
            </a:pPr>
            <a:r>
              <a:rPr sz="1300"/>
              <a:t>• Grammatical chunking — Dynamic boundaries guided by induced rules, beyond hash-only CDC breakpoints.</a:t>
            </a:r>
          </a:p>
          <a:p>
            <a:pPr>
              <a:buNone/>
            </a:pPr>
            <a:r>
              <a:rPr sz="1300"/>
              <a:t>• CDC / FastCDC — Rolling-hash content-defined chunking baseline for deduplication.</a:t>
            </a:r>
          </a:p>
          <a:p>
            <a:pPr>
              <a:buNone/>
            </a:pPr>
            <a:r>
              <a:rPr sz="1300"/>
              <a:t>• B⁺-forest — SHA-512-indexed token store (B⁺-trees) plus range maps for seekable reads.</a:t>
            </a:r>
          </a:p>
          <a:p>
            <a:pPr>
              <a:buNone/>
            </a:pPr>
            <a:r>
              <a:rPr sz="1300"/>
              <a:t>• CELM-lang — Meta-language for interpretation programs P and controlled rule evolution (M2/M3).</a:t>
            </a:r>
          </a:p>
          <a:p>
            <a:pPr>
              <a:buNone/>
            </a:pPr>
            <a:r>
              <a:rPr sz="1300"/>
              <a:t>• ELM compilation — Deterministic assembly of domain models from grammar rules (vs. stochastic training).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Why “store bytes” is not enough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Pain points we target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Chunk deduplication misses cross-object structure (codebases, logs, datasets).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LLM weights are opaque: hard to trace outputs back to source data.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Updates are expensive: retrain / re-index / re-distribute.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We want deterministic, inspectable, incrementally updatable knowledge artifacts.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One substrate: a grammar of the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337560" cy="8229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58568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Ingest objects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(files / blobs)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2331720"/>
            <a:ext cx="548640" cy="45720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2148840"/>
            <a:ext cx="3566160" cy="82296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22585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 induction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(cross-object)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2331720"/>
            <a:ext cx="548640" cy="45720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098280" y="2148840"/>
            <a:ext cx="2514600" cy="8229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5440" y="2258568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cookbook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12680" y="3063240"/>
            <a:ext cx="502920" cy="594360"/>
          </a:xfrm>
          <a:prstGeom prst="down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55080" y="3063240"/>
            <a:ext cx="502920" cy="594360"/>
          </a:xfrm>
          <a:prstGeom prst="down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394960" cy="2011680"/>
          </a:xfrm>
          <a:prstGeom prst="roundRect">
            <a:avLst/>
          </a:prstGeom>
          <a:solidFill>
            <a:srgbClr val="F5FB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995928"/>
            <a:ext cx="5120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Storage kernel (ComdareDB)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hash-indexed tokens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range maps (HTTP Range)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rebuild via VM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212080" cy="2011680"/>
          </a:xfrm>
          <a:prstGeom prst="roundRect">
            <a:avLst/>
          </a:prstGeom>
          <a:solidFill>
            <a:srgbClr val="F5FB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37960" y="3995928"/>
            <a:ext cx="493776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Compiler path (ELM/CELM)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modules from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deterministic weights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traceable outputs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Core abstraction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Eigentoken = data + interpreter program + 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Formal 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514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</a:rPr>
              <a:t>T = ⟨ id, P, D, R ⟩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972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931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id: SHA-512 content-derived identifier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P: interpretation program (CELM-lang / VM ops)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D: optional raw payload (only for irreducible literals)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R: references (dependencies) → forms a DAG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Grammatical chunking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From bytes → stable rules (cross-object)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Three-layer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L0  Seed (CDC)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L1  Grammar induction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L2  Rule stabilization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487168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Fast boundaries for ingest + quick dedup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content-defined breakpoints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provisional tokens with D=raw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3794760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Discover repeated substrings across all objects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Sequitur/Re-Pair-like replacement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create composite tokens (P=CONCAT, D=null)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5102352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Prefer rules stable under edits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merge near-duplicates with parametrization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maintain range maps + reference integrity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Grammatical chunking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Example: bytes → tokens → higher-level rules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Input (two objects)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514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A:  ... "Apfel" + "baum"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B:  ... "Apfel" + "saft" 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Rules discovered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29400" y="248716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τ1 = "Apfel"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τ2 = "baum"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τ3 = CONCAT(τ1, τ2)  // "Apfelbaum"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τ4 = "saft"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τ5 = CONCAT(τ1, τ4)  // "Apfelsaft"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21031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343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we 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Dedup beyond identical chunks: shared substructures become first-class tokens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Cross-object reuse: τ1 reused in many words/files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Deterministic reconstruction: replay programs P over references R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Compile hooks: the same rules can parameterize model modules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Hash-indexed token store + range-seekable access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B+ forest (non-strict)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Key: SHA-512 token id → content-addressable dedup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Leafs store D or (P + R)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Internal nodes can store usage stats (for heuristics)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Allows topic/domain partitioning (forest)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Range mapping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Maintain mapping: logical byte range → token sequence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Serve partial reads (HTTP Range) via selective reconstruction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Cache hot ranges and token expansions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Aim: P95 read latency ≤ +15% vs uncompressed baseline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Separate low-latency writes from heavy grammar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3832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Immediate ingest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505456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92040" y="2286000"/>
            <a:ext cx="3383280" cy="91440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Background induction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2505456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098280" y="2286000"/>
            <a:ext cx="251460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5440" y="2395728"/>
            <a:ext cx="2240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Index optimize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72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749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Key properties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1 commits fast: chunk + hash + insert provisional tokens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2 refines representation: creates higher-level grammar rules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3 compaction: drop obsolete raw chunks, rebalance trees, snapshot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Read path is always correct; internal structure becomes better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CELM-lang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Interpretation programs as a meta-language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Why a meta-language?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Tokens are a binary description language; programs P explain how to rebuild/transform.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CELM-lang adds compositional ops: CONCAT, SPLIT, MAP, MATCH, etc.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Rules can be recursive and parameterized (families of patterns).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Open-world: new ops can be added without rewriting the C++ core (VM extension).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Compilation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From grammar cookbook to deterministic ELM 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Conceptual compilation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3154680" cy="868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441448"/>
            <a:ext cx="28803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 cookbook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(tokens + rules)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2523744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2331720"/>
            <a:ext cx="3611880" cy="86868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2441448"/>
            <a:ext cx="33375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Module synthesis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(rule → component)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2523744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235440" y="2331720"/>
            <a:ext cx="2331720" cy="868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72600" y="2441448"/>
            <a:ext cx="20574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ELM artifact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(deterministic)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972800" cy="28346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36118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“compile” means 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No gradient descent during compilation: structure and parameters are derived from rules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Traceability: every module/weight points back to a specific production rule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Incremental updates: new data → new rules → new modules (no full retrain)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Determinism: same input corpus and rules → identical model artifact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Phases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Six-phase contract (0–5): from bootstrap to AI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Bootstrap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shell / minimal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78608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Toolchain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33088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41448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C/C++ compilers, cmake/ninja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4256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71416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Core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25896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34256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XML + wrappers stable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64224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Interpreter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18704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27064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C++ interpreter + plugins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19872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57032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Hardware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11512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19872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GPU/FPGA, scheduling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12680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49840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Optimization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1268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benchmarks, auto-tune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10972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14400" y="38862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Where ComdareDB fits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3: interpreter_ready requires plugin binaries + manifest + sha512 verification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4: grammar induction scheduling across CPU/GPU/FPGA frameworks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5: compare_benchmark loop writes benchmark profiles to AM database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Metrics and empirical targets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Storage metrics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Dedup/compression ratio (incl. metadata)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Write amplification (bytes written / bytes ingested)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Token count growth and hot-token distribution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Range read overhead (P50/P95/P99)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Targets (prototype)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25–40% higher dedup effectiveness vs FastCDC (cross-object corpora)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P95 read latency within +15% of uncompressed baseline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≈30% lower write amplification vs LSM-based KV stores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Deterministic compile: identical outputs across runs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What is implemented vs. still open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Implemented / stabilized (docs + contracts)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Six-phase contract, run layout, status.json/report stubs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Toolchain/runner as schema concepts; cross-compile policy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ServiceRegistry topology (AM vs AD) + version endpoints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Delivery/compare_benchmark schemas + POSSIBLE gating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Main engineering blockers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BuildUtilities C++ interpreter skeleton + plugin loader ABI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Plugin binary pipeline: build → cache → upload/register → load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Phase 4: hardware detection + scheduling + toolkit pins per OS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Recursion tests across consumer projects (SITL/Steuerrater)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Risks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Known limitations and mitigation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can go wrong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Grammar induction worst-case cost (O(n^3)) → must be tamed with heuristics and batching.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Metadata growth on low-redundancy data → fall back to simpler block storage when needed.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Deterministic errors: wrong rule propagates everywhere → requires strong validation gates.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Security: interpreter programs must be sandboxed (VM limits, recursion depth, timeouts).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Concrete work packages (next sprint)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Priority order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1) Implement BuildUtilities interpreter skeleton + plugin ABI (Phase 3 done-criteria).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2) Implement plugin manifest selection + sha512 verification + fail-closed loading.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3) Implement phase-status + status.json writing in all orchestrators (sh/bat/cmake parity).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4) Minimal recursion test matrix on Windows/Linux (Phase 0–3) + stabilize wrappers.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5) Phase 4 planning: toolkits/driver pins per accelerator class + validation gates.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pptx_old_unz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2552"/>
            <a:ext cx="1325880" cy="637896"/>
          </a:xfrm>
          <a:prstGeom prst="rect">
            <a:avLst/>
          </a:prstGeom>
        </p:spPr>
      </p:pic>
      <p:pic>
        <p:nvPicPr>
          <p:cNvPr id="4" name="Image 1" descr="/mnt/data/pptx_old_unz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5787"/>
            <a:ext cx="1325880" cy="58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640080" y="2286000"/>
            <a:ext cx="10972800" cy="39319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914400" y="2606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Contact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926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Benjamin-Elias Probst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TU Dresden — SCaDS.AI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Profile Project: Eigentokens / ComdareDB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</a:rPr>
              <a:t>Appendix-ready: chunking diagrams, phase contracts, run-layout schema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References (1/2)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Bibliography (from doku.bib)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Primary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None/>
            </a:pPr>
            <a:r>
              <a:rPr sz="1000"/>
              <a:t>• Athicha Muthitacharoen et al. (2001). A Low-bandwidth Network File System. Proceedings of the 18th ACM Symposium on O….</a:t>
            </a:r>
            <a:endParaRPr lang="en-US" sz="1300" dirty="0"/>
          </a:p>
          <a:p>
            <a:pPr>
              <a:buNone/>
            </a:pPr>
            <a:r>
              <a:rPr sz="1000"/>
              <a:t>• Sean Quinlan &amp; Sean Dorward et al. (2002). Venti: a new approach to archival storage. Proceedings of the 1st USENIX Conference o….</a:t>
            </a:r>
          </a:p>
          <a:p>
            <a:pPr>
              <a:buNone/>
            </a:pPr>
            <a:r>
              <a:rPr sz="1000"/>
              <a:t>• Wen Xia et al. (2016). FastCDC: a Fast and Efficient Content-Defined Chunking Approach for Data Dedu…. Proceedings of the 2016 USENIX Annual Tech….</a:t>
            </a:r>
          </a:p>
          <a:p>
            <a:pPr>
              <a:buNone/>
            </a:pPr>
            <a:r>
              <a:rPr sz="1000"/>
              <a:t>• Patrick E. O'Neil et al. (1996). The Log-Structured Merge-Tree (LSM-Tree). Acta Informatica.</a:t>
            </a:r>
          </a:p>
          <a:p>
            <a:pPr>
              <a:buNone/>
            </a:pPr>
            <a:r>
              <a:rPr sz="1000"/>
              <a:t>• Michael O. Rabin (1981). Fingerprinting by Random Polynomials.</a:t>
            </a:r>
          </a:p>
          <a:p>
            <a:pPr>
              <a:buNone/>
            </a:pPr>
            <a:r>
              <a:rPr sz="1000"/>
              <a:t>• Kave Eshghi &amp; Hsiu-Khuern Tang et al. (2005). A Framework for Analyzing and Improving Content-Based Chunking Algorithms.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References (2/2)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Bibliography (from doku.bib)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Primary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None/>
            </a:pPr>
            <a:r>
              <a:rPr sz="1000"/>
              <a:t>• Heng Li (2011). Tabix: fast retrieval of sequence features from generic TAB-delimited files. Bioinformatics.</a:t>
            </a:r>
            <a:endParaRPr lang="en-US" sz="1300" dirty="0"/>
          </a:p>
          <a:p>
            <a:pPr>
              <a:buNone/>
            </a:pPr>
            <a:r>
              <a:rPr sz="1000"/>
              <a:t>• Roy T. Fielding et al. (2022). HTTP Semantics, RFC 9110.</a:t>
            </a:r>
          </a:p>
          <a:p>
            <a:pPr>
              <a:buNone/>
            </a:pPr>
            <a:r>
              <a:rPr sz="1000"/>
              <a:t>• Craig G. Nevill-Manning &amp; Ian H. Witten et al. (1997). Identifying Hierarchical Structure in Sequences: A linear-time algorithm. Journal of Artificial Intelligence Research.</a:t>
            </a:r>
          </a:p>
          <a:p>
            <a:pPr>
              <a:buNone/>
            </a:pPr>
            <a:r>
              <a:rPr sz="1000"/>
              <a:t>• Anatolii Alexeevitch Karatsuba &amp; Yuri Ofman et al. (1962). Multiplication of Many-Digital Numbers by Automatic Computers. Proceedings of the USSR Academy of Sciences.</a:t>
            </a:r>
          </a:p>
          <a:p>
            <a:pPr>
              <a:buNone/>
            </a:pPr>
            <a:r>
              <a:rPr sz="1000"/>
              <a:t>• Marc Shapiro et al. (2011). Conflict-free Replicated Data Types. Proceedings of the 13th International Symp….</a:t>
            </a:r>
          </a:p>
          <a:p>
            <a:pPr>
              <a:buNone/>
            </a:pPr>
            <a:r>
              <a:rPr sz="1000"/>
              <a:t>• Jens Axboe (2019). Efficient IO with io\_uring. Linux Kernel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2026-02-21T01:09:38Z</dcterms:created>
  <dcterms:modified xsi:type="dcterms:W3CDTF">2026-02-21T01:09:38Z</dcterms:modified>
</cp:coreProperties>
</file>