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https://tu-dresden.de/tu-dresden/profil/marke-tud/cd/neues-logo (logo context)
- https://iccl.inf.tu-dresden.de/web/ScaDS.AI/en (ScaDS.AI logo)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https://www.usenix.org/conference/atc16/technical-sessions/presentation/xia (FastCDC paper page)
- https://www.rfc-editor.org/rfc/rfc9110.html (HTTP Range semantics)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https://kernel.dk/io_uring.pdf (io_uring background, Linux)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https://www.lip6.fr/Marc.Shapiro/papers/2011/CRDTs_SSS-2011.pdf (CRDT convergence principles)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https://mathworld.wolfram.com/KaratsubaMultiplication.html (Karatsuba overview &amp; citation)
- https://kernel.dk/io_uring.pdf (io_uring overview)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https://www.rfc-editor.org/rfc/rfc9110.html (HTTP Semantics / Range requests)
- https://kernel.dk/io_uring.pdf (io_uring background)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nsolidated/tud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20" y="320040"/>
            <a:ext cx="1900600" cy="914400"/>
          </a:xfrm>
          <a:prstGeom prst="rect">
            <a:avLst/>
          </a:prstGeom>
        </p:spPr>
      </p:pic>
      <p:pic>
        <p:nvPicPr>
          <p:cNvPr id="3" name="Image 1" descr="/mnt/data/consolidated/scad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75666"/>
            <a:ext cx="1828800" cy="8031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RedcomponentDB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68580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as a substrate for deterministic LLM compilation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640080" y="3749040"/>
            <a:ext cx="10972800" cy="109728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3886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Profilprojekt Anwendungsforschung (INF-PM-FPA) • TU Dresden, ScaDS.AI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Michael Färber • Benjamin-Elias Probst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(30 min)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changes with the new architecture extensions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determinism + traceability + storage efficiency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Eigentokens: token model and grammar induction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chunking vs. content-defined chunking (CDC)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RedcomponentDB/Comdare: database substrate and Baugruppen principle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BuildSystem + AM: reproducible compilation and benchmarking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compilation path (ELM/CELM): “training as compilation”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plan, current status, and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storage-driven pipeline that produces deterministic, inspectable model artifacts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unify storage and model construction?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probabilistic LLM pipelines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weights → hard to audit and debug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often require retraining or fine-tuning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complicates reproducibility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 contain massive redundancy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hypothesis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grammar induction as *deduplication* + *knowledge extraction*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rules as first-class objects (tokens) with hashes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deterministic model artifacts from the grammar cookbook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updates incremental: rule edits instead of retraining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move: treat redundancy as structure, and structure as a compilation target.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carries identity, reconstruction program, payload, and 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303520" cy="43891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⟨id, P, D, R⟩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SHA-512 of token content/definition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interpretation program (CELM-lang)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optional literal payload (base tokens)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references to dependent tokens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4937760" cy="32918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compositional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SHA512("Apfelbaum")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CONCAT(tau_1, tau_2)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{ SHA512("Apfel"), SHA512("baum")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Harvard-style separation: P is stored alongside (D, R).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form a DAG / hypergraph; storage becomes a grammar index.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chunking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CDC seeding to cross-object grammatical productions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(FastCDC)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972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148840"/>
            <a:ext cx="8229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128016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258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148840"/>
            <a:ext cx="73152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2585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14884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258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chosen by rolling hash → misses higher-level structure across objects.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induction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374904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87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tokens (seeded by CDC)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4041648"/>
            <a:ext cx="914400" cy="411480"/>
          </a:xfrm>
          <a:prstGeom prst="rightArrow">
            <a:avLst/>
          </a:prstGeom>
          <a:solidFill>
            <a:srgbClr val="A9D7B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3977640"/>
            <a:ext cx="5852160" cy="50292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40873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tokens (rules) across objects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replace repeated *sequences* by reusable productions, not just identical chunks.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521208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349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+25–40% higher dedup effectiveness vs FastCDC on cross-object corpora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inserts/shifts/renames; rules converge into a “grammar cookbook”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seekable access via Range mapping (HTTP Range semantics)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is a seeding strategy; grammar induction is the compression + knowledge layer.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views: internal storage pipeline vs. BuildSystem six phases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pipeline (A3)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seeding + provisional tokens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→ new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228600" cy="32004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057400"/>
            <a:ext cx="3474720" cy="777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496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 + compaction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six phases (P0–P5)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32888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4256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35624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36992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38360" y="3749040"/>
            <a:ext cx="1691640" cy="56692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38953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P0–P2 bootstrap toolchain • P3 interpreter + plugins • P4 accelerators + scheduling • P5 benchmarking + delivery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881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1663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are deterministic: storage state is fully reconstructible from tokens and logs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defines “done” by markers, reports, and digests (direct/managed/server modes)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groups machines (AM) and layers AD-style user identity on top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same contracts: manifests, digests, and capability probing.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/ Comdare substrate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database-first core matters for grammar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10241280" cy="685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203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20370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TSDB / S3 facades, query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0241280" cy="6858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0723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grammar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307238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DAG + cookbook + range maps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10241280" cy="68580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9410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DB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94106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+ object store + append-only logs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10241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809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substrate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4809744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files/segments, checksums, optional io_uring on Linux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goals: deterministic updates, composability, and efficient partial reads/writes.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Comdare provides the persistence primitives; Eigentokens provides structure and deduplication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Baugruppen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modules, committed via hashes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 system state is a DAG of small, immutable modules (“Baugruppen”).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2194560"/>
            <a:ext cx="146304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2322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4198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4480560"/>
            <a:ext cx="1463040" cy="50292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608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697480"/>
            <a:ext cx="-192024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60720" y="2697480"/>
            <a:ext cx="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2697480"/>
            <a:ext cx="1920240" cy="45720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4048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6072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80960" y="3794760"/>
            <a:ext cx="0" cy="594360"/>
          </a:xfrm>
          <a:prstGeom prst="line">
            <a:avLst/>
          </a:prstGeom>
          <a:noFill/>
          <a:ln w="12700">
            <a:solidFill>
              <a:srgbClr val="5B6B7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525780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37667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Baugruppe has a SHA-512 identity; duplicates collapse automatically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only create new nodes along the modified path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CRDT-style merge remains deterministic when rules are designed to converge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git-style immutability, but for binary storage + grammars.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Indirection as a database primitive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append / store / reference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the token graph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append: add new leaves + references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persist payloads and metadata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reuse existing nodes by hash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reconcile competing updates via convergent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52303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locality-aware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I/O (io_uring)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hashing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30352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SHA-512 everywhere?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identity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via key match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references for manifests and caches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for enormous artifact counts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5074920"/>
            <a:ext cx="4754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5212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integer ops inside manifests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multiplication can matter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5715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Karatsuba reduces multiplications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O(n²) to ~O(n^{1.58}).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language is about *structural reuse*, not just storage bytes.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compilation path (ELM/CELM)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 compilation from a grammar cookbook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(objects, logs, code)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cookbook)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1874520"/>
            <a:ext cx="2286000" cy="9144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as components)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194560"/>
            <a:ext cx="2286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874520"/>
            <a:ext cx="2286000" cy="91440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039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artifact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10881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91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“compiled” means here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connections are derived from explicit productions (no SGD training loop)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can be traced back to rule IDs and the original data spans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 become rule edits and re-compilation of affected modules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behavior is enforced by construction (same inputs → same outputs)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2852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research: output quality vs. generalization; hybrid designs (compiled + lightly fine-tuned).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is a storage kernel and a compiler frontend for model artifacts.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Seekable access over compressed grammars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requests and token-aligned maps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182880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40280" y="1993392"/>
            <a:ext cx="187452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bytes=…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993392"/>
            <a:ext cx="1828800" cy="274320"/>
          </a:xfrm>
          <a:prstGeom prst="rightArrow">
            <a:avLst/>
          </a:prstGeom>
          <a:solidFill>
            <a:srgbClr val="9BB6E6"/>
          </a:solidFill>
          <a:ln w="12700">
            <a:solidFill>
              <a:srgbClr val="9BB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map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span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972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86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map: logical byte offsets → list of tokens + intra-token offsets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hot token spans; preserve locality in B+-forest layout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Linux fast-path: io_uring for async reads/writes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compression without giving up random-access semantics.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targets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prove in the Profilprojekt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goals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effectiveness: +25–40% vs FastCDC on realistic cross-object corpora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latency: P95 reads within +15% vs uncompressed baseline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amplification: −30% vs LSM-tree style storage (target)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same inputs → bit-identical outputs (storage and model artifacts)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 + zstd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blocks + seekable compression (e.g., BGZF-like)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(LSM) baseline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not just compression—it's reproducible performance and inspectability.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“done” vs what is still open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394960" cy="4480560"/>
          </a:xfrm>
          <a:prstGeom prst="roundRect">
            <a:avLst/>
          </a:prstGeom>
          <a:solidFill>
            <a:srgbClr val="F3FAF5"/>
          </a:solidFill>
          <a:ln w="12700">
            <a:solidFill>
              <a:srgbClr val="A9D7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/ stabilized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RBMM, ICDs, run layout, schemas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validation contract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templating baseline (CMake)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ServiceRegistry schema updates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 toolchain/runner modeled in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4480560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F2C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engineering gates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C++ interpreter + plugin loader pipeline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Digest-verified tool/product stores + manifests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orchestrator parity (sh/bat/cmake)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 behavior + AM stats endpoints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tests (BuildSystem → SITL → Steuerrater)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focus: Phase 3 interpreter + recursion test harness.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the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 cost (worst-case O(n³)) → needs heuristics and batching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growth for low-redundancy datasets → adaptive fallback to raw/seekable compression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Compiled-model quality is an open research question (vs trained neural LLMs)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compiler/toolchain variance → strong contracts + validation gates required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interpretation VM and manifests must be fail-closed with strict digest checks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mitigate by phasing: correctness first, performance next, automation last.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(next 6–10 weeks)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deliverables for the next checkpoint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interpreter skeleton (C++), plugin ABI + loader, manifest verification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minimal end-to-end run layout (status.json, markers, ndjson logs)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SITL/Steuerrater recursion harness: one “golden path” build and validation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ServiceRegistry: machine_stats payload + AM group resolution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benchmark profile ingestion and writeback into AM DB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this: Phase 4 accelerator planning and scheduler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email] • Repo: BenniProbst/CELM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2026-02-20T23:29:11Z</dcterms:created>
  <dcterms:modified xsi:type="dcterms:W3CDTF">2026-02-20T23:29:11Z</dcterms:modified>
</cp:coreProperties>
</file>